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910f7d2a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910f7d2a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10f7d2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10f7d2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910f7d2a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910f7d2a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910f7d2a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910f7d2a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910f7d2a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910f7d2a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910f7d2a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910f7d2a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910f7d2a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910f7d2a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910f7d2a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910f7d2a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910f7d2a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910f7d2a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910f7d2a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910f7d2a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910f7d2a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910f7d2a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910f7d2a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910f7d2a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910f7d2a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910f7d2a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Identity</a:t>
            </a:r>
            <a:r>
              <a:rPr lang="en-GB"/>
              <a:t> Document Similarity Scoring System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Integrating Face Recognition &amp; Vision-Language Models for Document Verification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Introduction &amp; Motivation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Overview of the System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High Level Architecture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Workflow Diagram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Key Technologies and Process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Final Score Calculation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Conclusion &amp; Future Work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&amp; Motivation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Aadhaar card is a unique identification number assigned to each resident of India, serving as a centralized and standardized form of identity.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project focuses specifically on the verification and extraction of key information from the front side of two Aadhaar cards, which is a critical step in authenticating the legitimacy of these identity documents.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1992110" y="1017725"/>
            <a:ext cx="5159790" cy="35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 of the System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Objective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Compare two Aadhaar card images by: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>
                <a:solidFill>
                  <a:schemeClr val="dk1"/>
                </a:solidFill>
              </a:rPr>
              <a:t>Extracting and comparing face features.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>
                <a:solidFill>
                  <a:schemeClr val="dk1"/>
                </a:solidFill>
              </a:rPr>
              <a:t>Extracting text (Name &amp; DOB) using a vision-language model.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End Result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A final similarity score (0.0 to 1.0) that aggregates both modalities.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Level</a:t>
            </a:r>
            <a:r>
              <a:rPr lang="en-GB"/>
              <a:t> Architecture</a:t>
            </a:r>
            <a:endParaRPr/>
          </a:p>
        </p:txBody>
      </p:sp>
      <p:pic>
        <p:nvPicPr>
          <p:cNvPr id="80" name="Google Shape;80;p17" title="Editor _ Mermaid Chart-2025-04-06-1328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000" y="1134000"/>
            <a:ext cx="3893724" cy="37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Workflow Diagram</a:t>
            </a:r>
            <a:endParaRPr/>
          </a:p>
        </p:txBody>
      </p:sp>
      <p:pic>
        <p:nvPicPr>
          <p:cNvPr id="86" name="Google Shape;86;p18" title="Untitled diagram-2025-04-06-0604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375" y="1017725"/>
            <a:ext cx="5564498" cy="404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Technologies and Process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080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Face Recognition: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face_recognition</a:t>
            </a:r>
            <a:r>
              <a:rPr lang="en-GB">
                <a:solidFill>
                  <a:schemeClr val="dk1"/>
                </a:solidFill>
              </a:rPr>
              <a:t> library for face detection and encoding.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How It Works:</a:t>
            </a:r>
            <a:endParaRPr b="1"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en-GB">
                <a:solidFill>
                  <a:schemeClr val="dk1"/>
                </a:solidFill>
              </a:rPr>
              <a:t>Loads both images </a:t>
            </a:r>
            <a:r>
              <a:rPr lang="en-GB">
                <a:solidFill>
                  <a:schemeClr val="dk1"/>
                </a:solidFill>
              </a:rPr>
              <a:t>of Aadhar documents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en-GB">
                <a:solidFill>
                  <a:schemeClr val="dk1"/>
                </a:solidFill>
              </a:rPr>
              <a:t>Detects and encodes faces </a:t>
            </a:r>
            <a:r>
              <a:rPr lang="en-GB">
                <a:solidFill>
                  <a:schemeClr val="dk1"/>
                </a:solidFill>
              </a:rPr>
              <a:t>into vectors encodings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en-GB">
                <a:solidFill>
                  <a:schemeClr val="dk1"/>
                </a:solidFill>
              </a:rPr>
              <a:t>Computes face distance</a:t>
            </a:r>
            <a:r>
              <a:rPr lang="en-GB">
                <a:solidFill>
                  <a:schemeClr val="dk1"/>
                </a:solidFill>
              </a:rPr>
              <a:t> which returns a Euclidean distance between encodings.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en-GB">
                <a:solidFill>
                  <a:schemeClr val="dk1"/>
                </a:solidFill>
              </a:rPr>
              <a:t>Converts the distance into a similarity score</a:t>
            </a:r>
            <a:r>
              <a:rPr lang="en-GB">
                <a:solidFill>
                  <a:schemeClr val="dk1"/>
                </a:solidFill>
              </a:rPr>
              <a:t> using:</a:t>
            </a:r>
            <a:endParaRPr>
              <a:solidFill>
                <a:schemeClr val="dk1"/>
              </a:solidFill>
            </a:endParaRPr>
          </a:p>
          <a:p>
            <a:pPr indent="45720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[ \text{similarity} = 1 - \text{distance} 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Key Technologies and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Vision-Language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Qwen2-VL is a sophisticated vision-language model based on the Qwen2 architecture, designed to achieve state-of-the-art performance in image understanding across diverse resolutions and aspect ratios, as well as in processing longer video sequences.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925" y="2401125"/>
            <a:ext cx="7724676" cy="27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Key Technologies and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Preparation of Input Prompt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Inputs include two image paths and a natural language prompt asking for: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name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dob</a:t>
            </a:r>
            <a:r>
              <a:rPr lang="en-GB">
                <a:solidFill>
                  <a:schemeClr val="dk1"/>
                </a:solidFill>
              </a:rPr>
              <a:t> (date of birth)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instruction specifies that results must be returned as a list of dictionaries in a specific format.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Key Technologies and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35758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Key Technologies and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Visual Preprocessing</a:t>
            </a:r>
            <a:endParaRPr b="1"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>
                <a:solidFill>
                  <a:schemeClr val="dk1"/>
                </a:solidFill>
              </a:rPr>
              <a:t>Uses </a:t>
            </a:r>
            <a:r>
              <a:rPr b="1" lang="en-GB">
                <a:solidFill>
                  <a:schemeClr val="dk1"/>
                </a:solidFill>
              </a:rPr>
              <a:t>process_vision_info()</a:t>
            </a:r>
            <a:r>
              <a:rPr lang="en-GB">
                <a:solidFill>
                  <a:schemeClr val="dk1"/>
                </a:solidFill>
              </a:rPr>
              <a:t> to load and prepare images for model consumption.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Tokenization and Tensor Conversion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>
                <a:solidFill>
                  <a:schemeClr val="dk1"/>
                </a:solidFill>
              </a:rPr>
              <a:t>Combines prompt and image data using the processor.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>
                <a:solidFill>
                  <a:schemeClr val="dk1"/>
                </a:solidFill>
              </a:rPr>
              <a:t>Converts to PyTorch tensors and pushes them to the appropriate device (cuda in this case).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Text Generation (Inference)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>
                <a:solidFill>
                  <a:schemeClr val="dk1"/>
                </a:solidFill>
              </a:rPr>
              <a:t>Uses </a:t>
            </a:r>
            <a:r>
              <a:rPr b="1" lang="en-GB">
                <a:solidFill>
                  <a:schemeClr val="dk1"/>
                </a:solidFill>
              </a:rPr>
              <a:t>model.generate()</a:t>
            </a:r>
            <a:r>
              <a:rPr lang="en-GB">
                <a:solidFill>
                  <a:schemeClr val="dk1"/>
                </a:solidFill>
              </a:rPr>
              <a:t> to produce a response.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>
                <a:solidFill>
                  <a:schemeClr val="dk1"/>
                </a:solidFill>
              </a:rPr>
              <a:t>Extracts only the new tokens generated (excluding the original input).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>
                <a:solidFill>
                  <a:schemeClr val="dk1"/>
                </a:solidFill>
              </a:rPr>
              <a:t>Decodes the generated tokens into plain text output.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Key Technologies and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66C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Output: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model returns list of dictionaries containing the extracted name and date of birth from each image.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Example output: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Char char="○"/>
            </a:pPr>
            <a:r>
              <a:rPr b="1" lang="en-GB" sz="1350">
                <a:solidFill>
                  <a:schemeClr val="accent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[{'image': '2front_contrast_adjusted.jpg', 'name': 'Rahul Sharma', 'dob': '05-07-1992'}, {'image': '7front_scaled_down.jpg', 'name': 'Anjali Mehta', 'dob': '18-11-1986'}]</a:t>
            </a:r>
            <a:endParaRPr b="1" sz="1350">
              <a:solidFill>
                <a:schemeClr val="accent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Score Calculation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Purpose: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 Aggregate the similarity scores from both the face and text analysis.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Method: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Uses a weighted average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 </a:t>
            </a:r>
            <a:r>
              <a:rPr lang="en-GB" sz="2000">
                <a:solidFill>
                  <a:schemeClr val="dk1"/>
                </a:solidFill>
              </a:rPr>
              <a:t>final_score=(face_score×0.6)+(text_score×0.4)</a:t>
            </a:r>
            <a:endParaRPr sz="2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Key Takeaway: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Balances visual and textual evidence to provide an overall similarity metric.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&amp; Future Work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Extend to additional document types.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Add additional feature extraction techniques.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Improve error handling.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Explore advanced multimodal Vision Language models for better accuracy.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